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1686-E5FC-7F6A-6521-D6A25A4D5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36384-161D-1629-5D72-81006F83A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84F4-BB04-F01E-8D50-0C49D762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A2DCE-62B7-E6D4-1CCF-8DB336C5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D1ED7-108A-95FA-A282-821EAE1C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3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F15B-5E44-B689-FE4C-18ADAE2D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5657B-3D8E-53A8-6C7A-43CFDBDF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EBF82-A0C2-2AC2-7438-0BA248E7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75B0-C233-C397-6726-8ADF8B6B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EDBC2-911F-068B-607C-9E8C3944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5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51D3-AC25-E849-D202-6821F266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911BC-40C4-01F0-CE33-F84FAD91F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8047F-AEBE-955C-BCA8-5DC9EDB0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813DE-A12E-D890-33C0-F424D593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0CC3-0D07-1857-F72C-D23DA9F5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6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70CA-59E0-171D-416B-BEF97AD4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F930-754B-A36C-BC27-F4DC21DB3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FD06E-7B6B-1D07-C63D-48C006E67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B3702-84BE-5626-0D4D-E85966C1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F0CE2-8159-6498-8D77-CC7CDFBD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2B142-40CB-DA3A-3C0F-D718D10C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86B3-FF1D-2B29-12D5-747723F9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88FF1-A1FA-6D4D-3AFD-9E6E8FAE0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E7809-491B-05EC-1D8E-584F7E38D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F7F38-9039-351E-1357-DD2DFBC8C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B3818-E049-F354-2D4E-43BBA918F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69838-E9D7-693F-FE10-CE74B188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F3AE1-1E34-59D8-0D42-8307C0DC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B9F20-60FF-CF62-8EDA-A8C335FE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8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6A1F-D8FC-150B-E05C-598A0D951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3EDD5-88FD-85BF-FE69-F852A42C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B76CC-A903-0048-9275-DF4F659D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64B81-D68F-0796-12CA-3E032A4A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0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5D79D-8595-93EB-D60D-474C14CE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BAFE6-E789-9DBF-1369-A0D70409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5E63-776C-5F06-83A3-67E8B1CE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5372-C16E-7C70-A260-69709C466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6B14-FE79-225F-2FE2-0EAE0E2D0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C2AE3-A65D-2A41-B491-31573D04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AF8FA-0CDC-2735-DDB2-B06C338D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9B1C5-2EDD-9654-F398-58B142C0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F152C-65D1-0309-0B61-F2BC3621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2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BF8A-3C25-39FF-EA38-E5A2DC00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4322C-0E1C-90C6-8496-6458F925B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9C740-9C60-603A-79E9-0B48D12A6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F6E91-82E4-20CC-B45D-26A374D2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993A3-5040-66C6-81EF-1A7F3EF2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6E589-DDC5-F3CD-38C8-44B9EB7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1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5F50-F9B9-75D7-8560-D9AD039D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45440-93B0-4567-F8C6-B992E77AE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77423-EA9A-167E-DD70-F27AAA7B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AF285-135D-BB6F-E826-B968E7E3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5A33-119F-027E-DC37-138398F4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7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99078-1130-1BE5-D44C-293E6ACB9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15461-D69C-7B31-4294-C634BBC48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5E46-ED6A-36CD-F046-7D3D3431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96BE4-FCB0-EDC3-5297-73BA6CE0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736A4-873F-EEC4-C342-89A111AC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1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2314F-61D7-E0C4-0CC6-3D903F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692F-D33D-3EE9-8A78-554576C2C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274A-798B-E2CB-DE32-55A8C3D29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E278E-01EB-4BD6-A7C4-9E1CA11F725D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22AD1-49C0-9FD2-8444-E7DBF4472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9CD1A-054F-4839-D300-13AD54FE2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6E017-69F3-4F4B-A184-8CE2E0E2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2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D5920C-C268-C4DA-7630-A4BF64F43BC8}"/>
              </a:ext>
            </a:extLst>
          </p:cNvPr>
          <p:cNvSpPr/>
          <p:nvPr/>
        </p:nvSpPr>
        <p:spPr>
          <a:xfrm>
            <a:off x="3206474" y="993058"/>
            <a:ext cx="4434351" cy="44122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10F98-3682-6162-D037-AEFE7291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3" t="17380" r="69795" b="55365"/>
          <a:stretch>
            <a:fillRect/>
          </a:stretch>
        </p:blipFill>
        <p:spPr>
          <a:xfrm rot="14351842">
            <a:off x="3388370" y="3527904"/>
            <a:ext cx="2074607" cy="786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870CE1-18A5-2966-3CD2-648463B8AD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48" t="18061" r="35121" b="57410"/>
          <a:stretch>
            <a:fillRect/>
          </a:stretch>
        </p:blipFill>
        <p:spPr>
          <a:xfrm>
            <a:off x="4257366" y="1729184"/>
            <a:ext cx="2074607" cy="707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9971E-704D-340B-25FC-E2FB41BE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68" t="18061" r="1243" b="57410"/>
          <a:stretch>
            <a:fillRect/>
          </a:stretch>
        </p:blipFill>
        <p:spPr>
          <a:xfrm rot="7274367">
            <a:off x="5470321" y="3567234"/>
            <a:ext cx="1982584" cy="707924"/>
          </a:xfrm>
          <a:prstGeom prst="rect">
            <a:avLst/>
          </a:prstGeom>
        </p:spPr>
      </p:pic>
      <p:sp>
        <p:nvSpPr>
          <p:cNvPr id="10" name="Arrow: Bent-Up 9">
            <a:extLst>
              <a:ext uri="{FF2B5EF4-FFF2-40B4-BE49-F238E27FC236}">
                <a16:creationId xmlns:a16="http://schemas.microsoft.com/office/drawing/2014/main" id="{D113C7FA-14BE-5B3A-B7FC-A7DA677D5D3E}"/>
              </a:ext>
            </a:extLst>
          </p:cNvPr>
          <p:cNvSpPr/>
          <p:nvPr/>
        </p:nvSpPr>
        <p:spPr>
          <a:xfrm rot="5400000" flipH="1">
            <a:off x="3591435" y="2222653"/>
            <a:ext cx="582780" cy="55914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BBADE211-EF43-246C-E37E-E8AF62AEB4E8}"/>
              </a:ext>
            </a:extLst>
          </p:cNvPr>
          <p:cNvSpPr/>
          <p:nvPr/>
        </p:nvSpPr>
        <p:spPr>
          <a:xfrm rot="10800000" flipH="1">
            <a:off x="6516356" y="2210836"/>
            <a:ext cx="582780" cy="55914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4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Pak</dc:creator>
  <cp:lastModifiedBy>Peter Pak</cp:lastModifiedBy>
  <cp:revision>1</cp:revision>
  <dcterms:created xsi:type="dcterms:W3CDTF">2025-07-21T13:09:59Z</dcterms:created>
  <dcterms:modified xsi:type="dcterms:W3CDTF">2025-07-21T13:16:21Z</dcterms:modified>
</cp:coreProperties>
</file>